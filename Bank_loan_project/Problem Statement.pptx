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9" r:id="rId4"/>
    <p:sldId id="270" r:id="rId5"/>
    <p:sldId id="266" r:id="rId6"/>
    <p:sldId id="271" r:id="rId7"/>
    <p:sldId id="272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C3D7-9E71-A05A-214C-8BE5CA9A0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226FB-6339-92F0-5F8F-C03896F0E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BF8E9-EA74-6E9D-B9D1-A7A13F3E1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A441E-1660-4E50-D0E8-EB2D05ED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495A8-85E7-139D-175D-A667DB7B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74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11C4-E4D7-E8AE-81CE-246FDF1D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0E69F-5EAD-5F16-29FA-8F8577DA7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45B8C-021F-6FDE-3750-8B0029DE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E49BC-36D4-FC6D-0C65-0DCF741A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22726-416B-18F6-B8C3-750674F8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60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5138-7229-B6C0-CD1B-D767A615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AEA1F-91A7-C3A1-BA99-BEC7FB069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9DA6F-3A7A-DEA6-5F9C-0339C717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E3FB1-8B5C-B324-D593-F7404E7E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0729A-0CCD-E972-7BEA-166E5503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67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8B64-1B4B-ED74-03D4-B5878D6E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14EBD-8CDE-58D1-0D41-2EB4F670D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3ABE3-9539-BBC2-3BF1-767C721AB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4E1C7-521A-8915-9D11-7ABAE19D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2F263-37E3-9FE6-02F0-964C9A1C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E99F0-33BB-4A0D-F833-D9BC556B6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57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5A218-9E39-CF6F-42B8-A3017AC7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E2298-F4A1-1CC0-5E95-04AA9ED09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A2513-30D5-D9F2-5B5F-3D671E2C7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1DFA2-A8ED-DD9F-28CA-2902838BB4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53447-52B4-0510-E265-C1A64AA7E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077B32-824E-D89D-177E-1F9E23C5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C492E4-8E42-227D-885C-042FE3F0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1ECBF-763A-821A-8F6A-45BEE613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48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326A-4960-EFAA-28A0-3D7BE66A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4C88CA-4628-7AEC-D291-2EEE1067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E5A11-ACD4-E8EB-2EE8-D5B166A25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8FFCE-2F18-8165-233D-8247E451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815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CDB0E-E4B6-F3CD-4E2C-37DBBF49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32A81-B39B-1E62-6032-4865260F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8E2AB-9505-6606-519D-2ADA9121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68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6D0F5-96C0-AA8D-4500-8D81FFBE2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41C39-6822-9FE1-F535-8B74451C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CA91D-3AB2-0A44-6406-BA547D32B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434B1-D8FF-A8D3-CDDA-88E66FC5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14D4-29B9-BCB2-C55D-0F82106A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B9EA7-41EA-48E5-E8E2-87ECCF99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3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5514-F55D-9E00-250E-7FE5C831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F3097-BD21-1D90-EC56-17FBA8B53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EECEB-5AEB-28D4-C742-4056851F3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7634F-8DC6-4A1D-AC04-A4A5B5FCB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DDB44-384B-B39C-16A6-81299EEE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C7284-6724-F9A1-35E3-0A678AB6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74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FEE7-156C-3940-63F5-86AAACBB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4B815-CBD5-F220-EC39-D7B8BA428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EAB41-7E43-7415-635F-7EE24A57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02F91-8D6A-A9E3-271D-F7AA2A6AC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EA1BB-E27D-5C5F-C57A-CC1416CE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05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3EB93-3CE7-5B94-ABB0-1487F14CD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8864D-0E14-B116-C38F-9CA73727C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12A83-5576-F886-2457-F84B608B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70C2C-164A-13C9-19B4-E2590D5BA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BCCDC-1AA8-4278-6086-52C8F616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20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8964C2-92FB-17A0-FE54-BC21E991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61089-A8E6-96E8-A6E1-D4553D154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A1F04-D632-9DF1-95BA-2436D0C08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F2FDE-EC40-49A3-841A-B82FBEA6F67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D9511-1F19-EDCA-5995-7D9204938D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E4CC8-A327-5CF9-9A50-4B09AD6AA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7B456-2613-4375-A0ED-B87AA7DEC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2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21871" y="1961755"/>
            <a:ext cx="22098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812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Nazmeen B</dc:creator>
  <cp:lastModifiedBy>Nazmeen B</cp:lastModifiedBy>
  <cp:revision>1</cp:revision>
  <dcterms:created xsi:type="dcterms:W3CDTF">2026-03-19T09:35:07Z</dcterms:created>
  <dcterms:modified xsi:type="dcterms:W3CDTF">2026-03-19T09:50:11Z</dcterms:modified>
</cp:coreProperties>
</file>